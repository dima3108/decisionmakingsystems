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en-US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en-US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ценка</a:t>
            </a:r>
            <a:r>
              <a:rPr lang="en-US" altLang="ru-RU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потенциальной</a:t>
            </a:r>
            <a:r>
              <a:rPr lang="en-US" altLang="ru-RU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успешности</a:t>
            </a:r>
            <a:r>
              <a:rPr lang="en-US" altLang="ru-RU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кафе</a:t>
            </a:r>
            <a:r>
              <a:rPr lang="en-US" altLang="ru-RU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при</a:t>
            </a:r>
            <a:r>
              <a:rPr lang="en-US" altLang="ru-RU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4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открытии</a:t>
            </a:r>
            <a:endParaRPr lang="en-US" altLang="en-US" sz="4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10281920" cy="1655445"/>
          </a:xfrm>
        </p:spPr>
        <p:txBody>
          <a:bodyPr/>
          <a:p>
            <a:pPr algn="r"/>
            <a:r>
              <a:rPr lang="ru-RU" altLang="en-US" sz="1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Павлов Дмитрий</a:t>
            </a:r>
            <a:endParaRPr lang="ru-RU" altLang="en-US" sz="1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ru-RU" altLang="en-US" sz="1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София Буткевич</a:t>
            </a:r>
            <a:endParaRPr lang="ru-RU" altLang="en-US" sz="1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ru-RU" altLang="en-US" sz="1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ПИ51</a:t>
            </a:r>
            <a:endParaRPr lang="ru-RU" altLang="en-US" sz="1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Определение входных переменных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978660"/>
            <a:ext cx="10515600" cy="4044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3600" b="0">
                <a:latin typeface="Times New Roman" panose="02020603050405020304" charset="0"/>
                <a:cs typeface="Times New Roman" panose="02020603050405020304" charset="0"/>
              </a:rPr>
              <a:t>Выбор подхода обработки </a:t>
            </a:r>
            <a:endParaRPr lang="ru-RU" altLang="en-US" sz="3600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 качестве способа обработки входных данных, был выбран подход на основе </a:t>
            </a:r>
            <a:r>
              <a:rPr lang="ru-RU" altLang="en-US" sz="18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систем нечеткого вывода</a:t>
            </a:r>
            <a:r>
              <a:rPr lang="ru-RU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В качестве програмной части для данного подхода была выбрана библиотека 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Fuzzy-Logic</a:t>
            </a:r>
            <a:r>
              <a:rPr lang="ru-RU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Sharp</a:t>
            </a:r>
            <a:r>
              <a:rPr lang="ru-RU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чтобы упростить интеграцию систем нечеткого вывода в веб интерфейс.</a:t>
            </a:r>
            <a:endParaRPr lang="ru-RU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385" y="2960370"/>
            <a:ext cx="9324340" cy="3690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29435" y="2391410"/>
            <a:ext cx="9843135" cy="811530"/>
          </a:xfrm>
        </p:spPr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WPS Presentation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7</cp:revision>
  <dcterms:created xsi:type="dcterms:W3CDTF">2025-07-23T00:59:00Z</dcterms:created>
  <dcterms:modified xsi:type="dcterms:W3CDTF">2026-04-09T10:21:16Z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E9570D2E314C4FE9B5D2497FAA2293AB_13</vt:lpwstr>
  </property>
</Properties>
</file>